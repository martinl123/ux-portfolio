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Montserra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.fntdata"/><Relationship Id="rId6" Type="http://schemas.openxmlformats.org/officeDocument/2006/relationships/slide" Target="slides/slide1.xml"/><Relationship Id="rId18" Type="http://schemas.openxmlformats.org/officeDocument/2006/relationships/font" Target="fonts/Montserra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2601cdab4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2601cdab4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1cd7bb48e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1cd7bb48e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c4033f8d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c4033f8d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0c4033f8d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0c4033f8d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1caca0de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1caca0de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1cd7bb48e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1cd7bb48e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0c4033f8d1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0c4033f8d1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1cd7bb48e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1cd7bb48e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1cd7bb48e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1cd7bb48e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0c4033f8d1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0c4033f8d1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18b606cc07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18b606cc07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openclassrooms.com/fr/courses/6817086-decouvrez-les-metiers-de-developpeur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openclassrooms.com/fr/courses/4511226-gerez-votre-projet-avec-une-equipe-scrum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openclassrooms.com/fr/courses/4507926-initiez-vous-a-la-gestion-de-projet-agile" TargetMode="External"/><Relationship Id="rId4" Type="http://schemas.openxmlformats.org/officeDocument/2006/relationships/hyperlink" Target="https://openclassrooms.com/fr/courses/7693926-devenez-developpeur-agile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openclassrooms.com/fr/courses/4511226-gerez-votre-projet-avec-une-equipe-scrum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155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Montserrat"/>
                <a:ea typeface="Montserrat"/>
                <a:cs typeface="Montserrat"/>
                <a:sym typeface="Montserrat"/>
              </a:rPr>
              <a:t>Présentation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fr" sz="328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Que fait-on et comment travaille-on chez Oméga ?</a:t>
            </a:r>
            <a:r>
              <a:rPr lang="fr" sz="3280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328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Montserrat"/>
                <a:ea typeface="Montserrat"/>
                <a:cs typeface="Montserrat"/>
                <a:sym typeface="Montserrat"/>
              </a:rPr>
              <a:t>Sommaire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AutoNum type="arabicPeriod"/>
            </a:pPr>
            <a:r>
              <a:rPr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Notre équipe et les missions de chacun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AutoNum type="alphaLcPeriod"/>
            </a:pPr>
            <a:r>
              <a:rPr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 métier d’UX Designer : ses missions et son lien avec les développeurs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AutoNum type="alphaLcPeriod"/>
            </a:pPr>
            <a:r>
              <a:rPr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Les métiers de développeurs et leurs missions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AutoNum type="alphaLcPeriod"/>
            </a:pPr>
            <a:r>
              <a:rPr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 métier de Product Owner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AutoNum type="arabicPeriod"/>
            </a:pPr>
            <a:r>
              <a:rPr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Notre méthodologie de gestion de projet 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AutoNum type="alphaLcPeriod"/>
            </a:pPr>
            <a:r>
              <a:rPr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Description de l’Agilité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AutoNum type="alphaLcPeriod"/>
            </a:pPr>
            <a:r>
              <a:rPr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Description de Scrum : rôles et évènements</a:t>
            </a:r>
            <a:br>
              <a:rPr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AutoNum type="arabicPeriod"/>
            </a:pPr>
            <a:r>
              <a:rPr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Notre usage du no-code 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AutoNum type="alphaLcPeriod"/>
            </a:pPr>
            <a:r>
              <a:rPr lang="fr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Avantages 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AutoNum type="alphaLcPeriod"/>
            </a:pPr>
            <a:r>
              <a:rPr lang="fr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Limites en rapport avec le développement 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933775"/>
            <a:ext cx="8520600" cy="27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fr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Notre équipe et les missions de chacun</a:t>
            </a:r>
            <a:endParaRPr sz="3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800">
                <a:latin typeface="Montserrat"/>
                <a:ea typeface="Montserrat"/>
                <a:cs typeface="Montserrat"/>
                <a:sym typeface="Montserrat"/>
              </a:rPr>
              <a:t>Le métier d’UX Designer</a:t>
            </a:r>
            <a:endParaRPr sz="3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16"/>
          <p:cNvSpPr txBox="1"/>
          <p:nvPr/>
        </p:nvSpPr>
        <p:spPr>
          <a:xfrm>
            <a:off x="0" y="0"/>
            <a:ext cx="3498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Présentation de l’équipe et des missions de chacun</a:t>
            </a:r>
            <a:endParaRPr sz="600"/>
          </a:p>
        </p:txBody>
      </p:sp>
      <p:sp>
        <p:nvSpPr>
          <p:cNvPr id="73" name="Google Shape;73;p16"/>
          <p:cNvSpPr txBox="1"/>
          <p:nvPr/>
        </p:nvSpPr>
        <p:spPr>
          <a:xfrm>
            <a:off x="434775" y="1085525"/>
            <a:ext cx="83205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i="1" lang="fr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 missions et ses expertises</a:t>
            </a:r>
            <a:endParaRPr i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fr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Son lien avec les développeurs</a:t>
            </a:r>
            <a:endParaRPr i="1" sz="2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fr" sz="1820">
                <a:latin typeface="Montserrat"/>
                <a:ea typeface="Montserrat"/>
                <a:cs typeface="Montserrat"/>
                <a:sym typeface="Montserrat"/>
              </a:rPr>
              <a:t>Les métiers de développeurs et leurs missions</a:t>
            </a:r>
            <a:endParaRPr sz="182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90"/>
              <a:buNone/>
            </a:pPr>
            <a:r>
              <a:t/>
            </a:r>
            <a:endParaRPr sz="182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7379175" y="83850"/>
            <a:ext cx="1690200" cy="1025400"/>
          </a:xfrm>
          <a:prstGeom prst="snip1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latin typeface="Montserrat"/>
                <a:ea typeface="Montserrat"/>
                <a:cs typeface="Montserrat"/>
                <a:sym typeface="Montserrat"/>
              </a:rPr>
              <a:t>Ressources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u="sng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Découvrez les métiers de développeur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0" y="0"/>
            <a:ext cx="3498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Présentation de l’équipe et des missions de chacun</a:t>
            </a:r>
            <a:endParaRPr sz="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fr" sz="1820">
                <a:latin typeface="Montserrat"/>
                <a:ea typeface="Montserrat"/>
                <a:cs typeface="Montserrat"/>
                <a:sym typeface="Montserrat"/>
              </a:rPr>
              <a:t>Le métier de Product Owner</a:t>
            </a:r>
            <a:endParaRPr sz="182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90"/>
              <a:buNone/>
            </a:pPr>
            <a:r>
              <a:t/>
            </a:r>
            <a:endParaRPr sz="182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" name="Google Shape;88;p18"/>
          <p:cNvSpPr/>
          <p:nvPr/>
        </p:nvSpPr>
        <p:spPr>
          <a:xfrm>
            <a:off x="7379175" y="83850"/>
            <a:ext cx="1690200" cy="1025400"/>
          </a:xfrm>
          <a:prstGeom prst="snip1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latin typeface="Montserrat"/>
                <a:ea typeface="Montserrat"/>
                <a:cs typeface="Montserrat"/>
                <a:sym typeface="Montserrat"/>
              </a:rPr>
              <a:t>Ressources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Gérez votre projet avec une équipe Scrum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" name="Google Shape;89;p18"/>
          <p:cNvSpPr txBox="1"/>
          <p:nvPr/>
        </p:nvSpPr>
        <p:spPr>
          <a:xfrm>
            <a:off x="0" y="0"/>
            <a:ext cx="3498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Présentation de l’équipe et des missions de chacun</a:t>
            </a:r>
            <a:endParaRPr sz="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933775"/>
            <a:ext cx="8520600" cy="27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fr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Notre méthodologie de gestion de projet</a:t>
            </a:r>
            <a:r>
              <a:rPr lang="f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3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800">
                <a:latin typeface="Montserrat"/>
                <a:ea typeface="Montserrat"/>
                <a:cs typeface="Montserrat"/>
                <a:sym typeface="Montserrat"/>
              </a:rPr>
              <a:t>Description de l’Agilité</a:t>
            </a:r>
            <a:r>
              <a:rPr lang="fr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20"/>
          <p:cNvSpPr txBox="1"/>
          <p:nvPr/>
        </p:nvSpPr>
        <p:spPr>
          <a:xfrm>
            <a:off x="0" y="0"/>
            <a:ext cx="491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Présentation de la méthodologie de gestion de projet utilisée</a:t>
            </a:r>
            <a:endParaRPr sz="1000"/>
          </a:p>
        </p:txBody>
      </p:sp>
      <p:sp>
        <p:nvSpPr>
          <p:cNvPr id="102" name="Google Shape;102;p20"/>
          <p:cNvSpPr/>
          <p:nvPr/>
        </p:nvSpPr>
        <p:spPr>
          <a:xfrm>
            <a:off x="6681150" y="83850"/>
            <a:ext cx="2388000" cy="1237500"/>
          </a:xfrm>
          <a:prstGeom prst="snip1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latin typeface="Montserrat"/>
                <a:ea typeface="Montserrat"/>
                <a:cs typeface="Montserrat"/>
                <a:sym typeface="Montserrat"/>
              </a:rPr>
              <a:t>Ressources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Initiez-vous à la gestion de projet agile 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Devenez développeur agile 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800">
                <a:latin typeface="Montserrat"/>
                <a:ea typeface="Montserrat"/>
                <a:cs typeface="Montserrat"/>
                <a:sym typeface="Montserrat"/>
              </a:rPr>
              <a:t>Description de Scrum</a:t>
            </a:r>
            <a:r>
              <a:rPr lang="fr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21"/>
          <p:cNvSpPr txBox="1"/>
          <p:nvPr/>
        </p:nvSpPr>
        <p:spPr>
          <a:xfrm>
            <a:off x="0" y="0"/>
            <a:ext cx="491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Présentation de la méthodologie de gestion de projet utilisée</a:t>
            </a:r>
            <a:endParaRPr sz="1000"/>
          </a:p>
        </p:txBody>
      </p:sp>
      <p:sp>
        <p:nvSpPr>
          <p:cNvPr id="110" name="Google Shape;110;p21"/>
          <p:cNvSpPr/>
          <p:nvPr/>
        </p:nvSpPr>
        <p:spPr>
          <a:xfrm>
            <a:off x="6681150" y="83850"/>
            <a:ext cx="2388000" cy="1237500"/>
          </a:xfrm>
          <a:prstGeom prst="snip1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latin typeface="Montserrat"/>
                <a:ea typeface="Montserrat"/>
                <a:cs typeface="Montserrat"/>
                <a:sym typeface="Montserrat"/>
              </a:rPr>
              <a:t>Ressources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Gérez votre projet avec une équipe Scrum - OpenClassrooms</a:t>
            </a:r>
            <a:r>
              <a:rPr lang="fr" sz="1000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21"/>
          <p:cNvSpPr txBox="1"/>
          <p:nvPr/>
        </p:nvSpPr>
        <p:spPr>
          <a:xfrm>
            <a:off x="434775" y="1085525"/>
            <a:ext cx="8320500" cy="7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Rôles et évènements</a:t>
            </a:r>
            <a:endParaRPr i="1" sz="2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1933775"/>
            <a:ext cx="8520600" cy="27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fr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Notre usage du no-code</a:t>
            </a:r>
            <a:endParaRPr sz="3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800">
                <a:latin typeface="Montserrat"/>
                <a:ea typeface="Montserrat"/>
                <a:cs typeface="Montserrat"/>
                <a:sym typeface="Montserrat"/>
              </a:rPr>
              <a:t>Avantages du no-code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" name="Google Shape;123;p23"/>
          <p:cNvSpPr txBox="1"/>
          <p:nvPr/>
        </p:nvSpPr>
        <p:spPr>
          <a:xfrm>
            <a:off x="0" y="0"/>
            <a:ext cx="491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Présentation de l’usage du no-code</a:t>
            </a:r>
            <a:endParaRPr sz="1000"/>
          </a:p>
        </p:txBody>
      </p:sp>
      <p:sp>
        <p:nvSpPr>
          <p:cNvPr id="124" name="Google Shape;124;p23"/>
          <p:cNvSpPr txBox="1"/>
          <p:nvPr/>
        </p:nvSpPr>
        <p:spPr>
          <a:xfrm>
            <a:off x="434775" y="1085525"/>
            <a:ext cx="8320500" cy="7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 minimum</a:t>
            </a:r>
            <a:endParaRPr i="1" sz="2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800">
                <a:latin typeface="Montserrat"/>
                <a:ea typeface="Montserrat"/>
                <a:cs typeface="Montserrat"/>
                <a:sym typeface="Montserrat"/>
              </a:rPr>
              <a:t>Limites </a:t>
            </a:r>
            <a:r>
              <a:rPr lang="fr" sz="1800">
                <a:latin typeface="Montserrat"/>
                <a:ea typeface="Montserrat"/>
                <a:cs typeface="Montserrat"/>
                <a:sym typeface="Montserrat"/>
              </a:rPr>
              <a:t>du no-code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24"/>
          <p:cNvSpPr txBox="1"/>
          <p:nvPr/>
        </p:nvSpPr>
        <p:spPr>
          <a:xfrm>
            <a:off x="0" y="0"/>
            <a:ext cx="491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Présentation de l’usage du no-code</a:t>
            </a:r>
            <a:endParaRPr sz="1000"/>
          </a:p>
        </p:txBody>
      </p:sp>
      <p:sp>
        <p:nvSpPr>
          <p:cNvPr id="132" name="Google Shape;132;p24"/>
          <p:cNvSpPr txBox="1"/>
          <p:nvPr/>
        </p:nvSpPr>
        <p:spPr>
          <a:xfrm>
            <a:off x="434775" y="1085525"/>
            <a:ext cx="8320500" cy="7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 minimum</a:t>
            </a:r>
            <a:endParaRPr i="1" sz="2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