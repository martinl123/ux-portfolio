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13250" y="128125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N</a:t>
            </a:r>
            <a:r>
              <a:rPr b="1" lang="fr"/>
              <a:t>om et ID</a:t>
            </a:r>
            <a:endParaRPr b="1"/>
          </a:p>
        </p:txBody>
      </p:sp>
      <p:sp>
        <p:nvSpPr>
          <p:cNvPr id="55" name="Google Shape;55;p13"/>
          <p:cNvSpPr txBox="1"/>
          <p:nvPr/>
        </p:nvSpPr>
        <p:spPr>
          <a:xfrm>
            <a:off x="2614200" y="671013"/>
            <a:ext cx="17175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Description</a:t>
            </a:r>
            <a:r>
              <a:rPr lang="fr"/>
              <a:t> (âge, sexe, emploi)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704425" y="671013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Devise</a:t>
            </a:r>
            <a:endParaRPr b="1"/>
          </a:p>
        </p:txBody>
      </p:sp>
      <p:sp>
        <p:nvSpPr>
          <p:cNvPr id="57" name="Google Shape;57;p13"/>
          <p:cNvSpPr txBox="1"/>
          <p:nvPr/>
        </p:nvSpPr>
        <p:spPr>
          <a:xfrm>
            <a:off x="487575" y="2247600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3 choses à retenir</a:t>
            </a:r>
            <a:endParaRPr b="1"/>
          </a:p>
        </p:txBody>
      </p:sp>
      <p:sp>
        <p:nvSpPr>
          <p:cNvPr id="58" name="Google Shape;58;p13"/>
          <p:cNvSpPr txBox="1"/>
          <p:nvPr/>
        </p:nvSpPr>
        <p:spPr>
          <a:xfrm>
            <a:off x="5006150" y="2247600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Motivations</a:t>
            </a:r>
            <a:endParaRPr b="1"/>
          </a:p>
        </p:txBody>
      </p:sp>
      <p:sp>
        <p:nvSpPr>
          <p:cNvPr id="59" name="Google Shape;59;p13"/>
          <p:cNvSpPr txBox="1"/>
          <p:nvPr/>
        </p:nvSpPr>
        <p:spPr>
          <a:xfrm>
            <a:off x="487575" y="2800175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87575" y="3352750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87575" y="3905325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7142850" y="2247600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Besoins</a:t>
            </a:r>
            <a:endParaRPr b="1"/>
          </a:p>
        </p:txBody>
      </p:sp>
      <p:sp>
        <p:nvSpPr>
          <p:cNvPr id="63" name="Google Shape;63;p13"/>
          <p:cNvSpPr txBox="1"/>
          <p:nvPr/>
        </p:nvSpPr>
        <p:spPr>
          <a:xfrm>
            <a:off x="5006150" y="2800175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Préoccupations</a:t>
            </a:r>
            <a:endParaRPr b="1"/>
          </a:p>
        </p:txBody>
      </p:sp>
      <p:sp>
        <p:nvSpPr>
          <p:cNvPr id="64" name="Google Shape;64;p13"/>
          <p:cNvSpPr txBox="1"/>
          <p:nvPr/>
        </p:nvSpPr>
        <p:spPr>
          <a:xfrm>
            <a:off x="7142850" y="2800175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Désirs </a:t>
            </a:r>
            <a:endParaRPr b="1"/>
          </a:p>
        </p:txBody>
      </p:sp>
      <p:sp>
        <p:nvSpPr>
          <p:cNvPr id="65" name="Google Shape;65;p13"/>
          <p:cNvSpPr txBox="1"/>
          <p:nvPr/>
        </p:nvSpPr>
        <p:spPr>
          <a:xfrm>
            <a:off x="2508225" y="2247600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User Stories</a:t>
            </a:r>
            <a:endParaRPr b="1"/>
          </a:p>
        </p:txBody>
      </p:sp>
      <p:sp>
        <p:nvSpPr>
          <p:cNvPr id="66" name="Google Shape;66;p13"/>
          <p:cNvSpPr txBox="1"/>
          <p:nvPr/>
        </p:nvSpPr>
        <p:spPr>
          <a:xfrm>
            <a:off x="2508225" y="2800175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2508225" y="3352750"/>
            <a:ext cx="1717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