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CE3466-F58D-4B37-898C-C485EE58159D}">
  <a:tblStyle styleId="{EECE3466-F58D-4B37-898C-C485EE5815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9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186375" y="18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{EECE3466-F58D-4B37-898C-C485EE58159D}</a:tableStyleId>
              </a:tblPr>
              <a:tblGrid>
                <a:gridCol w="3115875"/>
                <a:gridCol w="2709575"/>
                <a:gridCol w="2912725"/>
              </a:tblGrid>
              <a:tr h="156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1) </a:t>
                      </a: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Pertinence 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Pourquoi avoir organisé cet atelier ? Quel est l’objectif ? 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2) Participants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Qui assiste à l’atelier ? 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Quel est leur profil ? (âge, profession, style de consommation de café)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3) Produits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Que doit-on produire pendant l’atelier ? Quels livrables ? 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15622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4) Processus </a:t>
                      </a:r>
                      <a:b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Quels sont le déroulé/le timing (par tranches de 5 à 10 minutes) et les exercices prévus ?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Planifiez les activités et les sessions de l'atelier en prévoyant du temps pour l’ice-breaker, les présentations, le brainstorming et les discussions de groupe. Veillez à inclure des pauses et à prévoir une certaine souplesse au cas où l'ordre du jour devrait être modifié.</a:t>
                      </a:r>
                      <a:endParaRPr i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156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5) Préparation (matériel)</a:t>
                      </a:r>
                      <a:b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Que faut-il préparer avant ? 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Préparez tout le matériel (feutres, papiers, produit, interface, maquettes, prototype…) qui sera nécessaire pendant l'atelier.</a:t>
                      </a:r>
                      <a:endParaRPr i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6) Pratique</a:t>
                      </a:r>
                      <a:b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Quels sont le lieu et l’heure ?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</a:t>
                      </a:r>
                      <a:r>
                        <a:rPr i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éterminez aussi comment les résultats de l'atelier seront enregistrés, partagés et suivis après l'atelier.</a:t>
                      </a:r>
                      <a:endParaRPr i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7) Pièges </a:t>
                      </a:r>
                      <a:b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Quels sont les risques à éviter durant l’atelier ? </a:t>
                      </a:r>
                      <a:b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Comment y faire face ?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75" y="4875825"/>
            <a:ext cx="3176825" cy="27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